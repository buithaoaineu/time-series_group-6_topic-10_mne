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JHBsb1e2ZmG96cg1Sk5gl3e71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C8373F-F33D-4EFD-8EDA-25B416E05457}">
  <a:tblStyle styleId="{A4C8373F-F33D-4EFD-8EDA-25B416E054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FFFD7D2-31D0-4991-9294-8A55A34F986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9B40CA-6B9F-4855-8DEB-EA0EE3DEB72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90488" y="744538"/>
            <a:ext cx="6618287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072202c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e072202c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e072202c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e072202c0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e072202c0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de072202c0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072202c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e072202c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de072202c0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072202c0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e072202c0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de072202c0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e072202c0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e072202c0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de072202c0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e072202c0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e072202c0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de072202c0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072202c0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de072202c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de072202c0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072202c0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e072202c0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de072202c0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e072202c0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e072202c0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de072202c0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e072202c0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de072202c0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de072202c0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Buithaoaineu/Time-Series_Group-6_Topic-10_M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EEG Analysis with </a:t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MNE’s </a:t>
            </a: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EYELINK </a:t>
            </a: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Group 6 -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Presenter: Tran Ngoc Mai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Members: Tran Ngoc Mai, Nguyen Do Anh Duong, Bui Phuong Thao, Nguyen Ha Vy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flipH="1" rot="10800000">
            <a:off x="2043711" y="5288776"/>
            <a:ext cx="7923600" cy="8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96" y="33861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Time-series,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Spring, 2026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black and white logo&#10;&#10;AI-generated content may be incorrect.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0616" y="-848"/>
            <a:ext cx="1473506" cy="1598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text and dots&#10;&#10;AI-generated content may be incorrect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8244" y="-2"/>
            <a:ext cx="1597073" cy="1597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map and a red and blue circle&#10;&#10;AI-generated content may be incorrect.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055" y="96032"/>
            <a:ext cx="1016958" cy="1060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AI-generated content may be incorrect.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1940" y="5457410"/>
            <a:ext cx="2118987" cy="120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06238" y="1390360"/>
            <a:ext cx="9975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Results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e072202c0_0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de072202c0_0_0"/>
          <p:cNvSpPr txBox="1"/>
          <p:nvPr/>
        </p:nvSpPr>
        <p:spPr>
          <a:xfrm>
            <a:off x="1106238" y="1390360"/>
            <a:ext cx="9975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Results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Work.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de072202c0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de072202c0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22" name="Google Shape;122;g3de072202c0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de072202c0_0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week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00500" y="1115675"/>
            <a:ext cx="10791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the EEG dataset using the ICA (Independent Component Analysis) method.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several models.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and Decision Tree 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best models.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1252750" y="341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{A4C8373F-F33D-4EFD-8EDA-25B416E05457}</a:tableStyleId>
              </a:tblPr>
              <a:tblGrid>
                <a:gridCol w="3102400"/>
                <a:gridCol w="2316300"/>
                <a:gridCol w="2104575"/>
                <a:gridCol w="2163225"/>
              </a:tblGrid>
              <a:tr h="74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b="1"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b="1"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5715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b="1"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 tree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</a:t>
                      </a:r>
                      <a:endParaRPr sz="2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e072202c0_0_34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de072202c0_0_34"/>
          <p:cNvSpPr txBox="1"/>
          <p:nvPr/>
        </p:nvSpPr>
        <p:spPr>
          <a:xfrm>
            <a:off x="1106238" y="1390360"/>
            <a:ext cx="9975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Results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Work.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de072202c0_0_34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de072202c0_0_34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45" name="Google Shape;145;g3de072202c0_0_34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de072202c0_0_34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072202c0_0_13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 methods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de072202c0_0_13"/>
          <p:cNvSpPr txBox="1"/>
          <p:nvPr/>
        </p:nvSpPr>
        <p:spPr>
          <a:xfrm>
            <a:off x="700500" y="1115675"/>
            <a:ext cx="10791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ICA 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(Independent Component Analysis): separates signal components to remove artifacts like eye blinks and muscle noise.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 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(Regression‑based correction): models and subtracts artifact contributions (e.g., eye movements) from EEG channels.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b="1"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SSP 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(Signal Space Projection): projects data into a subspace that minimizes artifact influence.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de072202c0_0_13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de072202c0_0_13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56" name="Google Shape;156;g3de072202c0_0_13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de072202c0_0_13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de072202c0_0_13"/>
          <p:cNvSpPr txBox="1"/>
          <p:nvPr/>
        </p:nvSpPr>
        <p:spPr>
          <a:xfrm>
            <a:off x="-143050" y="397467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9" name="Google Shape;159;g3de072202c0_0_13"/>
          <p:cNvGraphicFramePr/>
          <p:nvPr/>
        </p:nvGraphicFramePr>
        <p:xfrm>
          <a:off x="952500" y="4740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{1FFFD7D2-31D0-4991-9294-8A55A34F9869}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-406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Char char="●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 + REG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406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Char char="●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 + SSP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406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Char char="●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 + SSP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406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800"/>
                        <a:buFont typeface="Times New Roman"/>
                        <a:buChar char="●"/>
                      </a:pPr>
                      <a:r>
                        <a:rPr lang="en-US" sz="280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 + REG + SSP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e072202c0_0_48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de072202c0_0_48"/>
          <p:cNvSpPr txBox="1"/>
          <p:nvPr/>
        </p:nvSpPr>
        <p:spPr>
          <a:xfrm>
            <a:off x="1106238" y="1390360"/>
            <a:ext cx="9975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Results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Work.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de072202c0_0_48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de072202c0_0_48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69" name="Google Shape;169;g3de072202c0_0_48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g3de072202c0_0_48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e072202c0_0_58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- single method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de072202c0_0_58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de072202c0_0_58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79" name="Google Shape;179;g3de072202c0_0_58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de072202c0_0_58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1" name="Google Shape;181;g3de072202c0_0_58"/>
          <p:cNvGraphicFramePr/>
          <p:nvPr/>
        </p:nvGraphicFramePr>
        <p:xfrm>
          <a:off x="906925" y="1492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{499B40CA-6B9F-4855-8DEB-EA0EE3DEB721}</a:tableStyleId>
              </a:tblPr>
              <a:tblGrid>
                <a:gridCol w="3453625"/>
                <a:gridCol w="3453625"/>
                <a:gridCol w="34709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 Tree 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0.75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0.83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0.79</a:t>
                      </a:r>
                      <a:endParaRPr sz="23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0.71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0.83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0.77</a:t>
                      </a:r>
                      <a:endParaRPr sz="23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0.78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0.78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0.78</a:t>
                      </a:r>
                      <a:endParaRPr sz="23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0.78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0.78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0.78</a:t>
                      </a:r>
                      <a:endParaRPr sz="23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SSP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0.69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0.50</a:t>
                      </a:r>
                      <a:endParaRPr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0.58</a:t>
                      </a:r>
                      <a:endParaRPr sz="23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0.88</a:t>
                      </a:r>
                      <a:endParaRPr b="1"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0.78</a:t>
                      </a:r>
                      <a:endParaRPr b="1" sz="23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0.82</a:t>
                      </a:r>
                      <a:endParaRPr b="1" sz="23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072202c0_0_75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- combined methods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de072202c0_0_75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de072202c0_0_75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90" name="Google Shape;190;g3de072202c0_0_75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de072202c0_0_75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2" name="Google Shape;192;g3de072202c0_0_75"/>
          <p:cNvGraphicFramePr/>
          <p:nvPr/>
        </p:nvGraphicFramePr>
        <p:xfrm>
          <a:off x="906925" y="106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{499B40CA-6B9F-4855-8DEB-EA0EE3DEB721}</a:tableStyleId>
              </a:tblPr>
              <a:tblGrid>
                <a:gridCol w="3453625"/>
                <a:gridCol w="3453625"/>
                <a:gridCol w="34709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 Tree 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 + REG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0.76</a:t>
                      </a:r>
                      <a:endParaRPr b="1"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0.89</a:t>
                      </a:r>
                      <a:endParaRPr b="1"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0.82</a:t>
                      </a:r>
                      <a:endParaRPr b="1" sz="20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0.70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0.78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0.74</a:t>
                      </a:r>
                      <a:endParaRPr sz="20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 + SSP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0.71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0.67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0.69</a:t>
                      </a:r>
                      <a:endParaRPr sz="20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0.74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0.78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0.76</a:t>
                      </a:r>
                      <a:endParaRPr sz="20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 + SSP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0.73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0.61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0.67</a:t>
                      </a:r>
                      <a:endParaRPr sz="20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0.86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0.67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0.75</a:t>
                      </a:r>
                      <a:endParaRPr sz="2000">
                        <a:solidFill>
                          <a:srgbClr val="1F3B73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1F3B7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ICA + REG + SSP</a:t>
                      </a:r>
                      <a:endParaRPr b="1" sz="2800">
                        <a:solidFill>
                          <a:srgbClr val="1F3B7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0.73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0.61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0.67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Precision: 0.79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Recall:    0.83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F3B7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F1-score:  0.81</a:t>
                      </a:r>
                      <a:endParaRPr sz="2000">
                        <a:solidFill>
                          <a:srgbClr val="1F3B73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072202c0_0_88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3de072202c0_0_88"/>
          <p:cNvSpPr txBox="1"/>
          <p:nvPr/>
        </p:nvSpPr>
        <p:spPr>
          <a:xfrm>
            <a:off x="1106238" y="1390360"/>
            <a:ext cx="9975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Results</a:t>
            </a:r>
            <a:endParaRPr sz="2800">
              <a:solidFill>
                <a:srgbClr val="7575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3de072202c0_0_88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de072202c0_0_88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02" name="Google Shape;202;g3de072202c0_0_88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de072202c0_0_88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e072202c0_0_98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Winning models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g3de072202c0_0_98"/>
          <p:cNvSpPr txBox="1"/>
          <p:nvPr/>
        </p:nvSpPr>
        <p:spPr>
          <a:xfrm>
            <a:off x="1108338" y="990035"/>
            <a:ext cx="9975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 with SSP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with ICA + REG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g3de072202c0_0_98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de072202c0_0_98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13" name="Google Shape;213;g3de072202c0_0_98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3de072202c0_0_98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g3de072202c0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725" y="1944324"/>
            <a:ext cx="7292561" cy="43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e072202c0_0_109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Winning models -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to last week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g3de072202c0_0_109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de072202c0_0_109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24" name="Google Shape;224;g3de072202c0_0_109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g3de072202c0_0_109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g3de072202c0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378" y="1049560"/>
            <a:ext cx="8621251" cy="516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e072202c0_0_121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3de072202c0_0_121"/>
          <p:cNvSpPr txBox="1"/>
          <p:nvPr/>
        </p:nvSpPr>
        <p:spPr>
          <a:xfrm>
            <a:off x="700500" y="1115675"/>
            <a:ext cx="10791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approaches: ensemble methods and deep learning.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Fine‑tune hyperparameters to further improve performance</a:t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g3de072202c0_0_12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de072202c0_0_12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36" name="Google Shape;236;g3de072202c0_0_121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de072202c0_0_121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g3de072202c0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050" y="2599811"/>
            <a:ext cx="5043900" cy="33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-4522" y="6492239"/>
            <a:ext cx="115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158151" y="222426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-4527" y="6492250"/>
            <a:ext cx="25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5293700" y="4273525"/>
            <a:ext cx="192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hlink"/>
                </a:solidFill>
                <a:hlinkClick r:id="rId3"/>
              </a:rPr>
              <a:t>Link GitHub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  <dc:creator>Hi</dc:creator>
</cp:coreProperties>
</file>